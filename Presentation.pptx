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704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79720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575577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233633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85064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890539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02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5450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50039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421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4557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680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A192FF-768A-9D6A-7A83-90E63295E9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418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1996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24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6BDF3E-04AB-0C56-A270-13A74D83B5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525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480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69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1BF383-0D5C-38CF-0627-8347A0A6AD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063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825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536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4F5881-5984-985B-F64D-983DC9C00E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927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753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073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B05EA9-933D-1CD0-F98C-EB7948417D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228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188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538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A2F819-AC21-9AEF-E498-9970EBA643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824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192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787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95B15-C73C-0B2C-36EC-44D18C901E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89210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23143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418376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4649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38922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321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57994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81764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7370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58434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71381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00415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74138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6008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67542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6786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68053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99692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42774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3421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89477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654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32220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54757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19384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36684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78459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19901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938888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795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192032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033665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57339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684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895001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70957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71808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91356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957731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442026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4734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7335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78036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57370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082919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76348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55068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0867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615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065033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269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9439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84002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0420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8474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01984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18893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10054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01774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10463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56672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65453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19286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34402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1122363"/>
            <a:ext cx="9144000" cy="23875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AI-Project about Steam</a:t>
            </a:r>
            <a:endParaRPr lang="en-US"/>
          </a:p>
        </p:txBody>
      </p:sp>
      <p:sp>
        <p:nvSpPr>
          <p:cNvPr id="1336923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Konstantin Wetscher, Clemens Gugerbauer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2394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Data</a:t>
            </a:r>
            <a:endParaRPr lang="en-US"/>
          </a:p>
        </p:txBody>
      </p:sp>
      <p:sp>
        <p:nvSpPr>
          <p:cNvPr id="69377827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SteamCharts player data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6,725 games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Monthly average &amp; peak players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Web-scraped (SteamCharts)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Incomplete coverage (low-player games missing)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7263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Data prepartion</a:t>
            </a:r>
            <a:endParaRPr/>
          </a:p>
        </p:txBody>
      </p:sp>
      <p:sp>
        <p:nvSpPr>
          <p:cNvPr id="15717519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Converted dates to datetime</a:t>
            </a:r>
            <a:endParaRPr sz="23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de-DE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Removed invalid</a:t>
            </a:r>
            <a:r>
              <a:rPr lang="de-DE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/non-numeric values</a:t>
            </a:r>
            <a:endParaRPr sz="23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2300"/>
          </a:p>
          <a:p>
            <a:pPr>
              <a:defRPr/>
            </a:pPr>
            <a:endParaRPr sz="2300"/>
          </a:p>
        </p:txBody>
      </p:sp>
      <p:pic>
        <p:nvPicPr>
          <p:cNvPr id="7069603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14656" y="1027906"/>
            <a:ext cx="5873920" cy="4637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102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Research Questions</a:t>
            </a:r>
            <a:endParaRPr/>
          </a:p>
        </p:txBody>
      </p:sp>
      <p:sp>
        <p:nvSpPr>
          <p:cNvPr id="163986639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 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maximum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players change over time?</a:t>
            </a:r>
            <a:endParaRPr sz="2800"/>
          </a:p>
          <a:p>
            <a:pPr>
              <a:defRPr/>
            </a:pPr>
            <a:r>
              <a:rPr lang="de-DE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did they achieve this?</a:t>
            </a:r>
            <a:endParaRPr sz="2800"/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Wie ändert sich die Spieleranzahl, wenn ein neues Spiel rauskommt? (e.g. Forza Horizon 4 und dann kommt Forza Horizon 5)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Unterscheiden sich alte Klassiker von neuen Spielen hinsichtlich Peak-Dynamik?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3360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Resarch Question 1</a:t>
            </a:r>
            <a:endParaRPr/>
          </a:p>
        </p:txBody>
      </p:sp>
      <p:sp>
        <p:nvSpPr>
          <p:cNvPr id="16051243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 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maximum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players change over time?</a:t>
            </a:r>
            <a:endParaRPr/>
          </a:p>
          <a:p>
            <a:pPr>
              <a:defRPr/>
            </a:pPr>
            <a:r>
              <a:rPr lang="de-DE"/>
              <a:t>How did they achieve this?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7372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Resarch Question 2</a:t>
            </a:r>
            <a:endParaRPr/>
          </a:p>
        </p:txBody>
      </p:sp>
      <p:sp>
        <p:nvSpPr>
          <p:cNvPr id="3099215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0533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Resarch Question 3</a:t>
            </a:r>
            <a:endParaRPr/>
          </a:p>
        </p:txBody>
      </p:sp>
      <p:sp>
        <p:nvSpPr>
          <p:cNvPr id="13507803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991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Conslusion</a:t>
            </a:r>
            <a:endParaRPr/>
          </a:p>
        </p:txBody>
      </p:sp>
      <p:sp>
        <p:nvSpPr>
          <p:cNvPr id="11372415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Peaks fade, classics last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Sequels shift players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2026-01-22T20:43:26Z</dcterms:modified>
</cp:coreProperties>
</file>