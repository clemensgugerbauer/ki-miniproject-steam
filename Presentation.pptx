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 /><Relationship Id="rId14" Type="http://schemas.openxmlformats.org/officeDocument/2006/relationships/tableStyles" Target="tableStyles.xml" /><Relationship Id="rId1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537396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7801151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420717988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260705441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08356981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9036214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7667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62417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36099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EA192FF-768A-9D6A-7A83-90E63295E91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D6BDF3E-04AB-0C56-A270-13A74D83B5C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1BF383-0D5C-38CF-0627-8347A0A6ADA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E4F5881-5984-985B-F64D-983DC9C00EE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65410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125211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18945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2B05EA9-933D-1CD0-F98C-EB7948417D5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92910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798167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5860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A2F819-AC21-9AEF-E498-9970EBA6434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7595B15-C73C-0B2C-36EC-44D18C901E3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075295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2835853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5370732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1383038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3430302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352791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684760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8306229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3927289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111808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2806306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8755345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7176104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8411591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9279751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278483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7813104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108484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3307980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3364357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4508782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7091483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6693967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1971030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6259781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025612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39533278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2691833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2170169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62345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12881692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2347898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29367106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6946509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1369860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7803079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00052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54459017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8505878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9931242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7730651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678508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63563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79607851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85719206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9134400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5346695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2902526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081859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33820067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408074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7856330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945779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7102651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3702205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2599986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860839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015266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3851078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816614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91741612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5903641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2363136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9969169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1523999" y="1122363"/>
            <a:ext cx="9144000" cy="238759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de-DE"/>
              <a:t>AI-Project about Steam</a:t>
            </a:r>
            <a:endParaRPr lang="en-US"/>
          </a:p>
        </p:txBody>
      </p:sp>
      <p:sp>
        <p:nvSpPr>
          <p:cNvPr id="1549005223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Konstantin Wetscher, Clemens Gugerbauer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494118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Data</a:t>
            </a:r>
            <a:endParaRPr lang="en-US"/>
          </a:p>
        </p:txBody>
      </p:sp>
      <p:sp>
        <p:nvSpPr>
          <p:cNvPr id="84989586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Who collected it?</a:t>
            </a:r>
            <a:endParaRPr lang="en-US"/>
          </a:p>
          <a:p>
            <a:pPr>
              <a:defRPr/>
            </a:pPr>
            <a:r>
              <a:rPr lang="en-US"/>
              <a:t>What columns are in the dataset?</a:t>
            </a:r>
            <a:endParaRPr lang="en-US"/>
          </a:p>
          <a:p>
            <a:pPr>
              <a:defRPr/>
            </a:pPr>
            <a:r>
              <a:rPr lang="en-US"/>
              <a:t>Problems? (To less columns =&gt; no direct correlation only </a:t>
            </a:r>
            <a:r>
              <a:rPr lang="de-DE"/>
              <a:t>causalisation</a:t>
            </a:r>
            <a:r>
              <a:rPr lang="en-US"/>
              <a:t>,</a:t>
            </a:r>
            <a:r>
              <a:rPr lang="en-US"/>
              <a:t> ?)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090570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Data prepartion</a:t>
            </a:r>
            <a:endParaRPr/>
          </a:p>
        </p:txBody>
      </p:sp>
      <p:sp>
        <p:nvSpPr>
          <p:cNvPr id="38656472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What do we do with values which are worthless?</a:t>
            </a:r>
            <a:endParaRPr lang="de-DE"/>
          </a:p>
          <a:p>
            <a:pPr>
              <a:defRPr/>
            </a:pPr>
            <a:endParaRPr lang="de-DE"/>
          </a:p>
          <a:p>
            <a:pPr>
              <a:defRPr/>
            </a:pPr>
            <a:endParaRPr lang="de-DE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339951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Research Questions</a:t>
            </a:r>
            <a:endParaRPr/>
          </a:p>
        </p:txBody>
      </p:sp>
      <p:sp>
        <p:nvSpPr>
          <p:cNvPr id="1357357394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- Wie ändert sich das Verhältnis im Vergleich von den Peak-Spielern von damalas mit denen von heuten bei "Top 10 games z.B.".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* Wann oder wie haben Spiel ihren Peak erreicht?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- Wie ändert sich die Spieleranzahl, wenn ein neues Spiel rauskommt? (e.g. Forza Horizon 4 und dann kommt Forza Horizon 5)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- Unterscheiden sich alte Klassiker von neuen Spielen hinsichtlich Peak-Dynamik?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526035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Resarch Question 1</a:t>
            </a:r>
            <a:endParaRPr/>
          </a:p>
        </p:txBody>
      </p:sp>
      <p:sp>
        <p:nvSpPr>
          <p:cNvPr id="42300496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62235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Resarch Question 2</a:t>
            </a:r>
            <a:endParaRPr/>
          </a:p>
        </p:txBody>
      </p:sp>
      <p:sp>
        <p:nvSpPr>
          <p:cNvPr id="64854570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49775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Resarch Question 3</a:t>
            </a:r>
            <a:endParaRPr/>
          </a:p>
        </p:txBody>
      </p:sp>
      <p:sp>
        <p:nvSpPr>
          <p:cNvPr id="183164093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134491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Conslusion</a:t>
            </a:r>
            <a:endParaRPr/>
          </a:p>
        </p:txBody>
      </p:sp>
      <p:sp>
        <p:nvSpPr>
          <p:cNvPr id="72621345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ONLYOFFICE/9.2.1.43</Application>
  <PresentationFormat>On-screen Show (4:3)</PresentationFormat>
  <Paragraphs>0</Paragraphs>
  <Slides>8</Slides>
  <Notes>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</cp:revision>
  <dcterms:modified xsi:type="dcterms:W3CDTF">2026-01-21T16:16:40Z</dcterms:modified>
</cp:coreProperties>
</file>